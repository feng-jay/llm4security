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BEAE"/>
    <a:srgbClr val="B3C06F"/>
    <a:srgbClr val="CEE488"/>
    <a:srgbClr val="D2B87E"/>
    <a:srgbClr val="81A5A0"/>
    <a:srgbClr val="ACC3D2"/>
    <a:srgbClr val="FEF5A8"/>
    <a:srgbClr val="AEE2C9"/>
    <a:srgbClr val="B499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58"/>
    <p:restoredTop sz="94671"/>
  </p:normalViewPr>
  <p:slideViewPr>
    <p:cSldViewPr snapToGrid="0" showGuides="1">
      <p:cViewPr varScale="1">
        <p:scale>
          <a:sx n="138" d="100"/>
          <a:sy n="138" d="100"/>
        </p:scale>
        <p:origin x="146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949C-8D0D-D7CF-726A-8C67C8B79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959C9-B9D7-01E6-6662-008713498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2E61D-D2BB-AAAA-D4E9-C311D9FF0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B479C-5732-E090-1E1F-0E11D2D94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276A2-1F02-F4A9-D12E-5EFF43D0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90237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E612-ECD0-EDB0-0052-EBDDC3F0B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1556E-5641-35FE-0C92-7352CFE02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BCFF6-F555-F0C4-B612-11C9D7A8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4AFC3-D6EC-034F-93E4-EF77FB3A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F05B0-905A-E94E-608B-21DE06C0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2906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E649-4DFC-788D-114F-10CDDC0FD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2D158-6EC0-4459-B0DE-5D5A79BD3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5D4CE-A913-D51A-09EE-18ED283F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8A849-919B-FC80-518C-A346C4A9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B3C1A-854C-872C-4831-E2604A42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67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2B58-40CC-2BDF-DCDB-007C24541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000F-38D9-7821-2E5D-D5959E2D9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D2A14-F874-78E8-AC02-912A4424E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EE14D-F9D0-4A1F-8D4E-8CA0D0C1D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FB96B-A7C9-B8A5-E9AB-E7D2F19C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5485A-C371-C55B-7719-1CC65FA8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97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23080-F225-DD32-D881-D078D53C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6E5FB-88B7-D8C1-EFAE-D29301C3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44BCF-66E3-8E25-17B5-C42DE43C9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5D54D-256D-253B-2D04-C4A4AC088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CD25E-1A12-6D0F-CD3F-E6A76D1F1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AF989-6687-AD5F-ECB7-CA83D57B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5ACAB9-236A-DCAE-9767-22309663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098AA2-FD43-B8B7-4E4C-61A24895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9322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DFC8-2B3D-3DB2-D13A-B421448FE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A0627-736E-E611-A861-EEC8FD0F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8280D-A77C-A210-657B-A45134BD1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08BAF-54FD-492A-6BB1-5675A772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5162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DA354-C748-22F9-D616-8449C1286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ABD9D-8CDE-C0FC-57A9-A5FD6B12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E550B-6C96-8A7E-15C7-7304B4D5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382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3337-CC63-621E-C3A4-3D197357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B0BFA-5F3F-2B83-D517-C77D1FC03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56EFD-4DDB-E434-9136-D19E0B4D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29C97-76DF-AADF-358F-685FFDF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D28BC-5154-CF6B-DFE6-4ACEFA1F4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7DB73-C946-9F11-7982-69C0953A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1622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56A5-2934-3538-E9D8-31254C76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0A4D-6D0D-24FA-7FCC-E121EF54D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B50A0-957D-E5CF-E580-21311BD86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8C486-E7F3-A40F-F88C-C87D483E7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F8D4D-4AF9-EF71-2E1E-0B50A091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B402E-4F6A-777E-7397-EC363CB5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484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11CB-30B1-A540-8F44-49FAB8CB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EDDD4-2B8A-562D-2995-7A910AC4A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81190-6836-7BD2-4667-93AC0314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643C6-3C1B-EDB5-07AC-DB10942DC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9627B-9A47-B51B-EA2B-F4178559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7732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D5BCBF-23A1-9D0B-97AE-C76AE7D44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800B6-AF8A-98AE-1B60-C23FAAE6E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C5565-52A9-B614-0083-2004E70E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4660D-08B4-CCD4-2616-B886F830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5C57D-4AC5-8348-BB6B-CCE10748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541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7B6BF-295B-D12F-7EAA-C5E238634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044CE-714C-B2E1-B274-7BA172131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147F8-76B5-4F24-4630-8A4AC57E5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40BE3-7C56-8A40-B747-FC0EABD0343E}" type="datetimeFigureOut">
              <a:rPr lang="en-CN" smtClean="0"/>
              <a:t>2025/12/23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D484E-EF93-FCFC-256B-E4AE12AF6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044D-7111-FABE-250F-B00C2E56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8DD43-8FBA-7B40-8898-5FF97BF771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7599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3804A2-727D-4927-A80C-CDEBE29BD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48" t="23300" r="19562" b="18384"/>
          <a:stretch>
            <a:fillRect/>
          </a:stretch>
        </p:blipFill>
        <p:spPr>
          <a:xfrm>
            <a:off x="550378" y="2007255"/>
            <a:ext cx="2913256" cy="28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96078B-93B7-87A3-D63A-BCCB1AFA82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45" t="32727" r="22256" b="31583"/>
          <a:stretch>
            <a:fillRect/>
          </a:stretch>
        </p:blipFill>
        <p:spPr>
          <a:xfrm>
            <a:off x="3546907" y="2529000"/>
            <a:ext cx="2683018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C935AD-1BD0-5F86-9AD2-633AF75517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276" t="32593" r="21448" b="31717"/>
          <a:stretch>
            <a:fillRect/>
          </a:stretch>
        </p:blipFill>
        <p:spPr>
          <a:xfrm>
            <a:off x="6308435" y="2529000"/>
            <a:ext cx="2737357" cy="18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F94BB8-14F7-9B09-1ABD-AF4BED5878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276" t="32593" r="21448" b="31717"/>
          <a:stretch>
            <a:fillRect/>
          </a:stretch>
        </p:blipFill>
        <p:spPr>
          <a:xfrm>
            <a:off x="9124302" y="2529000"/>
            <a:ext cx="2737357" cy="18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7B6F60-203E-00E0-51EA-BB4E97F80835}"/>
              </a:ext>
            </a:extLst>
          </p:cNvPr>
          <p:cNvSpPr txBox="1"/>
          <p:nvPr/>
        </p:nvSpPr>
        <p:spPr>
          <a:xfrm>
            <a:off x="607696" y="4970383"/>
            <a:ext cx="279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CWE-022</a:t>
            </a:r>
            <a:endParaRPr lang="en-CN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34BF17-ABDA-B2B3-C083-D7B38D07453B}"/>
              </a:ext>
            </a:extLst>
          </p:cNvPr>
          <p:cNvSpPr txBox="1"/>
          <p:nvPr/>
        </p:nvSpPr>
        <p:spPr>
          <a:xfrm>
            <a:off x="3489107" y="4971541"/>
            <a:ext cx="279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CWE-078</a:t>
            </a:r>
            <a:endParaRPr lang="en-CN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F2987E-C617-B518-2CEA-4D24D4192F2C}"/>
              </a:ext>
            </a:extLst>
          </p:cNvPr>
          <p:cNvSpPr txBox="1"/>
          <p:nvPr/>
        </p:nvSpPr>
        <p:spPr>
          <a:xfrm>
            <a:off x="6277804" y="4964520"/>
            <a:ext cx="279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CWE-079</a:t>
            </a:r>
            <a:endParaRPr lang="en-CN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053DF7-82F4-04D4-04C8-F4BCAB855FC2}"/>
              </a:ext>
            </a:extLst>
          </p:cNvPr>
          <p:cNvSpPr txBox="1"/>
          <p:nvPr/>
        </p:nvSpPr>
        <p:spPr>
          <a:xfrm>
            <a:off x="9124302" y="4971541"/>
            <a:ext cx="279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CWE-094</a:t>
            </a:r>
            <a:endParaRPr lang="en-CN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4537D96-CFBE-A5E7-AD96-B08396BC98A2}"/>
              </a:ext>
            </a:extLst>
          </p:cNvPr>
          <p:cNvGrpSpPr/>
          <p:nvPr/>
        </p:nvGrpSpPr>
        <p:grpSpPr>
          <a:xfrm>
            <a:off x="1099125" y="2685195"/>
            <a:ext cx="230910" cy="307777"/>
            <a:chOff x="609600" y="1502941"/>
            <a:chExt cx="230910" cy="3077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830631-C943-AEAC-5F15-BA3A3F58F55D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B499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2580D4-2F57-DF56-D4D4-092E453E2E33}"/>
                </a:ext>
              </a:extLst>
            </p:cNvPr>
            <p:cNvSpPr txBox="1"/>
            <p:nvPr/>
          </p:nvSpPr>
          <p:spPr>
            <a:xfrm>
              <a:off x="609600" y="1502941"/>
              <a:ext cx="2309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9</a:t>
              </a:r>
              <a:endParaRPr lang="en-CN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84F003-0AE4-0426-5EFA-0D2565F691F4}"/>
              </a:ext>
            </a:extLst>
          </p:cNvPr>
          <p:cNvGrpSpPr/>
          <p:nvPr/>
        </p:nvGrpSpPr>
        <p:grpSpPr>
          <a:xfrm>
            <a:off x="2636980" y="2684567"/>
            <a:ext cx="230909" cy="307777"/>
            <a:chOff x="609601" y="1502941"/>
            <a:chExt cx="230909" cy="30777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F3BED6-46D9-F0FB-1D6D-DB205328AC2D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AEE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D65459-C8DF-45B4-B68C-CD7092766202}"/>
                </a:ext>
              </a:extLst>
            </p:cNvPr>
            <p:cNvSpPr txBox="1"/>
            <p:nvPr/>
          </p:nvSpPr>
          <p:spPr>
            <a:xfrm>
              <a:off x="609601" y="1502941"/>
              <a:ext cx="2309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</a:t>
              </a:r>
              <a:endParaRPr lang="en-CN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DD1958-E56B-1FBE-4F20-27A505FF1D4E}"/>
              </a:ext>
            </a:extLst>
          </p:cNvPr>
          <p:cNvGrpSpPr/>
          <p:nvPr/>
        </p:nvGrpSpPr>
        <p:grpSpPr>
          <a:xfrm>
            <a:off x="1891551" y="3998739"/>
            <a:ext cx="230909" cy="314919"/>
            <a:chOff x="609601" y="1480457"/>
            <a:chExt cx="230909" cy="31491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5FFDE5F-42AB-D9D2-929C-155A2A8BD3D5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FEF5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05314D-66EF-5D7D-AD57-EDB31DFD7FDB}"/>
                </a:ext>
              </a:extLst>
            </p:cNvPr>
            <p:cNvSpPr txBox="1"/>
            <p:nvPr/>
          </p:nvSpPr>
          <p:spPr>
            <a:xfrm>
              <a:off x="609601" y="1480457"/>
              <a:ext cx="2309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</a:t>
              </a:r>
              <a:endParaRPr lang="en-CN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38C9D8-214B-5F21-5220-E147C4812159}"/>
              </a:ext>
            </a:extLst>
          </p:cNvPr>
          <p:cNvGrpSpPr/>
          <p:nvPr/>
        </p:nvGrpSpPr>
        <p:grpSpPr>
          <a:xfrm>
            <a:off x="3939307" y="3275111"/>
            <a:ext cx="230910" cy="307777"/>
            <a:chOff x="609600" y="1502941"/>
            <a:chExt cx="230910" cy="30777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721E7C1-2C4A-284E-587D-90ABB88C4673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B499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19D8BD8-6B80-23F3-FD94-A0D5E95C24D6}"/>
                </a:ext>
              </a:extLst>
            </p:cNvPr>
            <p:cNvSpPr txBox="1"/>
            <p:nvPr/>
          </p:nvSpPr>
          <p:spPr>
            <a:xfrm>
              <a:off x="609600" y="1502941"/>
              <a:ext cx="2309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5</a:t>
              </a:r>
              <a:endParaRPr lang="en-CN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217B41-78C2-8DCE-5819-436D863C6914}"/>
              </a:ext>
            </a:extLst>
          </p:cNvPr>
          <p:cNvGrpSpPr/>
          <p:nvPr/>
        </p:nvGrpSpPr>
        <p:grpSpPr>
          <a:xfrm>
            <a:off x="5627660" y="3275111"/>
            <a:ext cx="230909" cy="314919"/>
            <a:chOff x="609601" y="1480457"/>
            <a:chExt cx="230909" cy="31491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838F4DF-CBBA-A84C-C719-B3C1A95F5A29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FEF5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E62CBC5-5FC0-4DCB-2B88-712DD9F6E8E2}"/>
                </a:ext>
              </a:extLst>
            </p:cNvPr>
            <p:cNvSpPr txBox="1"/>
            <p:nvPr/>
          </p:nvSpPr>
          <p:spPr>
            <a:xfrm>
              <a:off x="609601" y="1480457"/>
              <a:ext cx="2309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</a:t>
              </a:r>
              <a:endParaRPr lang="en-CN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2F1160-17F1-33B7-521B-E54064FA7907}"/>
              </a:ext>
            </a:extLst>
          </p:cNvPr>
          <p:cNvGrpSpPr/>
          <p:nvPr/>
        </p:nvGrpSpPr>
        <p:grpSpPr>
          <a:xfrm>
            <a:off x="6727736" y="3275110"/>
            <a:ext cx="230910" cy="307777"/>
            <a:chOff x="609600" y="1502941"/>
            <a:chExt cx="230910" cy="3077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31A895-B633-AF5C-15B6-0BF6516ED701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B499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6ECC25-D06E-0090-645A-37AA937AE424}"/>
                </a:ext>
              </a:extLst>
            </p:cNvPr>
            <p:cNvSpPr txBox="1"/>
            <p:nvPr/>
          </p:nvSpPr>
          <p:spPr>
            <a:xfrm>
              <a:off x="609600" y="1502941"/>
              <a:ext cx="2309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</a:t>
              </a:r>
              <a:endParaRPr lang="en-CN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88FFF87-D3E1-9C99-8204-0B5CFF2563B4}"/>
              </a:ext>
            </a:extLst>
          </p:cNvPr>
          <p:cNvGrpSpPr/>
          <p:nvPr/>
        </p:nvGrpSpPr>
        <p:grpSpPr>
          <a:xfrm>
            <a:off x="8432798" y="3275109"/>
            <a:ext cx="230909" cy="307777"/>
            <a:chOff x="609601" y="1502941"/>
            <a:chExt cx="230909" cy="30777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D4D748-CFF7-7F4D-8C06-370D2A0FA539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AEE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17611F9-0886-4BE7-195F-038838619355}"/>
                </a:ext>
              </a:extLst>
            </p:cNvPr>
            <p:cNvSpPr txBox="1"/>
            <p:nvPr/>
          </p:nvSpPr>
          <p:spPr>
            <a:xfrm>
              <a:off x="609601" y="1502941"/>
              <a:ext cx="2309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</a:t>
              </a:r>
              <a:endParaRPr lang="en-CN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FF3181-397B-D36E-E9BC-76123DF19AE3}"/>
              </a:ext>
            </a:extLst>
          </p:cNvPr>
          <p:cNvGrpSpPr/>
          <p:nvPr/>
        </p:nvGrpSpPr>
        <p:grpSpPr>
          <a:xfrm>
            <a:off x="9465093" y="3275108"/>
            <a:ext cx="421479" cy="307777"/>
            <a:chOff x="588480" y="1518285"/>
            <a:chExt cx="421479" cy="307777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ECAAF0B-41C2-B0F2-C48F-52FAEA9E7563}"/>
                </a:ext>
              </a:extLst>
            </p:cNvPr>
            <p:cNvSpPr/>
            <p:nvPr/>
          </p:nvSpPr>
          <p:spPr>
            <a:xfrm>
              <a:off x="609601" y="1518285"/>
              <a:ext cx="379238" cy="277091"/>
            </a:xfrm>
            <a:prstGeom prst="rect">
              <a:avLst/>
            </a:prstGeom>
            <a:solidFill>
              <a:srgbClr val="ACC3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4C33DE5-D3EA-5F6A-F13D-B2E6415C947F}"/>
                </a:ext>
              </a:extLst>
            </p:cNvPr>
            <p:cNvSpPr txBox="1"/>
            <p:nvPr/>
          </p:nvSpPr>
          <p:spPr>
            <a:xfrm>
              <a:off x="588480" y="1518285"/>
              <a:ext cx="4214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23</a:t>
              </a:r>
              <a:endParaRPr lang="en-CN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8D1D67E-ABE5-CDBB-5459-E34C091FADD3}"/>
              </a:ext>
            </a:extLst>
          </p:cNvPr>
          <p:cNvGrpSpPr/>
          <p:nvPr/>
        </p:nvGrpSpPr>
        <p:grpSpPr>
          <a:xfrm>
            <a:off x="11245271" y="3275107"/>
            <a:ext cx="230909" cy="307777"/>
            <a:chOff x="609601" y="1502941"/>
            <a:chExt cx="230909" cy="30777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48B30B7-C99C-4968-D647-33F702A48629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AEE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27566D-814D-7F5B-B569-4747FE22DABE}"/>
                </a:ext>
              </a:extLst>
            </p:cNvPr>
            <p:cNvSpPr txBox="1"/>
            <p:nvPr/>
          </p:nvSpPr>
          <p:spPr>
            <a:xfrm>
              <a:off x="609601" y="1502941"/>
              <a:ext cx="2309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</a:t>
              </a:r>
              <a:endParaRPr lang="en-CN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07230B0-08C2-8538-F633-200E5AD06130}"/>
              </a:ext>
            </a:extLst>
          </p:cNvPr>
          <p:cNvSpPr txBox="1"/>
          <p:nvPr/>
        </p:nvSpPr>
        <p:spPr>
          <a:xfrm>
            <a:off x="15003" y="2032165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IRIS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C9974A-DEFC-960A-3AC1-396A9D722332}"/>
              </a:ext>
            </a:extLst>
          </p:cNvPr>
          <p:cNvSpPr txBox="1"/>
          <p:nvPr/>
        </p:nvSpPr>
        <p:spPr>
          <a:xfrm>
            <a:off x="3011532" y="2032165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CodeQL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323057-7847-9267-D96B-1505DC0E13D0}"/>
              </a:ext>
            </a:extLst>
          </p:cNvPr>
          <p:cNvSpPr txBox="1"/>
          <p:nvPr/>
        </p:nvSpPr>
        <p:spPr>
          <a:xfrm>
            <a:off x="397164" y="4452594"/>
            <a:ext cx="11591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Semgrep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DE36D1-CE80-E5EE-31DB-87DA9A13BD88}"/>
              </a:ext>
            </a:extLst>
          </p:cNvPr>
          <p:cNvSpPr txBox="1"/>
          <p:nvPr/>
        </p:nvSpPr>
        <p:spPr>
          <a:xfrm>
            <a:off x="3442917" y="4225429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IRIS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11B095-AAFB-7F91-B485-0E9E81DFAAF7}"/>
              </a:ext>
            </a:extLst>
          </p:cNvPr>
          <p:cNvSpPr txBox="1"/>
          <p:nvPr/>
        </p:nvSpPr>
        <p:spPr>
          <a:xfrm>
            <a:off x="5319466" y="4231289"/>
            <a:ext cx="11591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Semgrep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F7CB89-6303-A0B3-E356-53CDD66BD7B6}"/>
              </a:ext>
            </a:extLst>
          </p:cNvPr>
          <p:cNvSpPr txBox="1"/>
          <p:nvPr/>
        </p:nvSpPr>
        <p:spPr>
          <a:xfrm>
            <a:off x="6349044" y="4231289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IRIS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F7ADB5-E4E8-1167-2D3B-B740EC4B60B0}"/>
              </a:ext>
            </a:extLst>
          </p:cNvPr>
          <p:cNvSpPr txBox="1"/>
          <p:nvPr/>
        </p:nvSpPr>
        <p:spPr>
          <a:xfrm>
            <a:off x="8008109" y="4231289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CodeQL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0CE8BA-1025-81C9-ACD6-61D251256760}"/>
              </a:ext>
            </a:extLst>
          </p:cNvPr>
          <p:cNvSpPr txBox="1"/>
          <p:nvPr/>
        </p:nvSpPr>
        <p:spPr>
          <a:xfrm>
            <a:off x="8980144" y="4224268"/>
            <a:ext cx="1374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INFERROI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01E5BE-5B32-310B-C111-AC54D857AD9A}"/>
              </a:ext>
            </a:extLst>
          </p:cNvPr>
          <p:cNvSpPr txBox="1"/>
          <p:nvPr/>
        </p:nvSpPr>
        <p:spPr>
          <a:xfrm>
            <a:off x="10910029" y="4231289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CodeQL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048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378BB-4D52-FFE0-29CC-AFAC4263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98B374-5DF4-17ED-77E9-2C22F30F4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48" t="23300" r="19562" b="18384"/>
          <a:stretch>
            <a:fillRect/>
          </a:stretch>
        </p:blipFill>
        <p:spPr>
          <a:xfrm>
            <a:off x="301674" y="95382"/>
            <a:ext cx="2913256" cy="28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41E87A-E4A9-6911-2B63-76A13E9305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45" t="32727" r="22256" b="31583"/>
          <a:stretch>
            <a:fillRect/>
          </a:stretch>
        </p:blipFill>
        <p:spPr>
          <a:xfrm>
            <a:off x="3298203" y="617127"/>
            <a:ext cx="2683018" cy="18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583E74-1449-D26E-3BB6-B558D8043E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276" t="32593" r="21448" b="31717"/>
          <a:stretch>
            <a:fillRect/>
          </a:stretch>
        </p:blipFill>
        <p:spPr>
          <a:xfrm>
            <a:off x="427997" y="3583660"/>
            <a:ext cx="2737357" cy="18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AE27A7-981F-CD9C-4ABA-2AEDE49069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276" t="32593" r="21448" b="31717"/>
          <a:stretch>
            <a:fillRect/>
          </a:stretch>
        </p:blipFill>
        <p:spPr>
          <a:xfrm>
            <a:off x="3243864" y="3583660"/>
            <a:ext cx="2737357" cy="180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B5A855-D54E-E6F7-E3AF-534632EDBF72}"/>
              </a:ext>
            </a:extLst>
          </p:cNvPr>
          <p:cNvSpPr txBox="1"/>
          <p:nvPr/>
        </p:nvSpPr>
        <p:spPr>
          <a:xfrm>
            <a:off x="358992" y="3058510"/>
            <a:ext cx="279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CWE-022</a:t>
            </a:r>
            <a:endParaRPr lang="en-CN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D5A121-1757-26DA-B08B-1B1738EE75F6}"/>
              </a:ext>
            </a:extLst>
          </p:cNvPr>
          <p:cNvSpPr txBox="1"/>
          <p:nvPr/>
        </p:nvSpPr>
        <p:spPr>
          <a:xfrm>
            <a:off x="3240403" y="3059668"/>
            <a:ext cx="279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CWE-078</a:t>
            </a:r>
            <a:endParaRPr lang="en-CN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B225BE-02A5-4DDA-6BEE-2C55F4B0AA5F}"/>
              </a:ext>
            </a:extLst>
          </p:cNvPr>
          <p:cNvSpPr txBox="1"/>
          <p:nvPr/>
        </p:nvSpPr>
        <p:spPr>
          <a:xfrm>
            <a:off x="393905" y="5617482"/>
            <a:ext cx="279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CWE-079</a:t>
            </a:r>
            <a:endParaRPr lang="en-CN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604425-3A39-284F-F61D-570A7ED1C8E5}"/>
              </a:ext>
            </a:extLst>
          </p:cNvPr>
          <p:cNvSpPr txBox="1"/>
          <p:nvPr/>
        </p:nvSpPr>
        <p:spPr>
          <a:xfrm>
            <a:off x="3326906" y="5617482"/>
            <a:ext cx="279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CWE-722</a:t>
            </a:r>
            <a:endParaRPr lang="en-CN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240B94C-AB49-2A20-2C27-121FB1EE0DA2}"/>
              </a:ext>
            </a:extLst>
          </p:cNvPr>
          <p:cNvGrpSpPr/>
          <p:nvPr/>
        </p:nvGrpSpPr>
        <p:grpSpPr>
          <a:xfrm>
            <a:off x="850421" y="773322"/>
            <a:ext cx="230910" cy="369332"/>
            <a:chOff x="609600" y="1502941"/>
            <a:chExt cx="230910" cy="369332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B55F944-581C-ECE9-BEEE-92B63697E323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B499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5264DE8-2072-B239-1D57-BEFEA22E97BC}"/>
                </a:ext>
              </a:extLst>
            </p:cNvPr>
            <p:cNvSpPr txBox="1"/>
            <p:nvPr/>
          </p:nvSpPr>
          <p:spPr>
            <a:xfrm>
              <a:off x="609600" y="1502941"/>
              <a:ext cx="230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9</a:t>
              </a:r>
              <a:endParaRPr lang="en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E0A7E16-53F1-5DCE-A918-18B55017FCD1}"/>
              </a:ext>
            </a:extLst>
          </p:cNvPr>
          <p:cNvGrpSpPr/>
          <p:nvPr/>
        </p:nvGrpSpPr>
        <p:grpSpPr>
          <a:xfrm>
            <a:off x="2388276" y="772694"/>
            <a:ext cx="230909" cy="369332"/>
            <a:chOff x="609601" y="1502941"/>
            <a:chExt cx="230909" cy="36933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BB3A101-2FF6-F340-BFE1-36478B73EAE5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AEE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D81E93E-444F-B48D-A4D1-9DFB9ED2B886}"/>
                </a:ext>
              </a:extLst>
            </p:cNvPr>
            <p:cNvSpPr txBox="1"/>
            <p:nvPr/>
          </p:nvSpPr>
          <p:spPr>
            <a:xfrm>
              <a:off x="609601" y="1502941"/>
              <a:ext cx="230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3</a:t>
              </a:r>
              <a:endParaRPr lang="en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C7329F-9158-2CD7-7B7B-F2AB98FE97AE}"/>
              </a:ext>
            </a:extLst>
          </p:cNvPr>
          <p:cNvGrpSpPr/>
          <p:nvPr/>
        </p:nvGrpSpPr>
        <p:grpSpPr>
          <a:xfrm>
            <a:off x="1642847" y="2086866"/>
            <a:ext cx="230909" cy="369332"/>
            <a:chOff x="609601" y="1480457"/>
            <a:chExt cx="230909" cy="36933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9FEE4B1-674D-01EB-BF15-337CD813D7F7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FEF5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33B4FF3-8E70-F033-1857-3B4FC1A97D5D}"/>
                </a:ext>
              </a:extLst>
            </p:cNvPr>
            <p:cNvSpPr txBox="1"/>
            <p:nvPr/>
          </p:nvSpPr>
          <p:spPr>
            <a:xfrm>
              <a:off x="609601" y="1480457"/>
              <a:ext cx="230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</a:t>
              </a:r>
              <a:endParaRPr lang="en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C12FB08-57E7-3820-3819-DB272E6DC8EB}"/>
              </a:ext>
            </a:extLst>
          </p:cNvPr>
          <p:cNvGrpSpPr/>
          <p:nvPr/>
        </p:nvGrpSpPr>
        <p:grpSpPr>
          <a:xfrm>
            <a:off x="3690603" y="1363238"/>
            <a:ext cx="230910" cy="369332"/>
            <a:chOff x="609600" y="1502941"/>
            <a:chExt cx="230910" cy="369332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DC346C-ABAE-B853-05A6-AED43B53A3D7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B499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C1718EB-4E7C-45B4-79D6-FF24D62BC489}"/>
                </a:ext>
              </a:extLst>
            </p:cNvPr>
            <p:cNvSpPr txBox="1"/>
            <p:nvPr/>
          </p:nvSpPr>
          <p:spPr>
            <a:xfrm>
              <a:off x="609600" y="1502941"/>
              <a:ext cx="230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5</a:t>
              </a:r>
              <a:endParaRPr lang="en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9DE0728-8896-6897-FD1B-4C45DAA840C4}"/>
              </a:ext>
            </a:extLst>
          </p:cNvPr>
          <p:cNvGrpSpPr/>
          <p:nvPr/>
        </p:nvGrpSpPr>
        <p:grpSpPr>
          <a:xfrm>
            <a:off x="5378956" y="1363238"/>
            <a:ext cx="230909" cy="369332"/>
            <a:chOff x="609601" y="1480457"/>
            <a:chExt cx="230909" cy="369332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AEBC61E-F2BB-061D-805B-38B39F26086B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FEF5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4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B1E2FA1-FC33-20B6-EEEF-2E28158F0C9E}"/>
                </a:ext>
              </a:extLst>
            </p:cNvPr>
            <p:cNvSpPr txBox="1"/>
            <p:nvPr/>
          </p:nvSpPr>
          <p:spPr>
            <a:xfrm>
              <a:off x="609601" y="1480457"/>
              <a:ext cx="230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</a:t>
              </a:r>
              <a:endParaRPr lang="en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42B43F2-16D0-8CF3-561D-869EE659E306}"/>
              </a:ext>
            </a:extLst>
          </p:cNvPr>
          <p:cNvGrpSpPr/>
          <p:nvPr/>
        </p:nvGrpSpPr>
        <p:grpSpPr>
          <a:xfrm>
            <a:off x="847298" y="4329770"/>
            <a:ext cx="230910" cy="369332"/>
            <a:chOff x="609600" y="1502941"/>
            <a:chExt cx="230910" cy="36933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C277AEF-8758-C9FC-A5C4-4E9FD6358144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B499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12A8FB3-2081-7CE8-5AA7-9A96279C3D17}"/>
                </a:ext>
              </a:extLst>
            </p:cNvPr>
            <p:cNvSpPr txBox="1"/>
            <p:nvPr/>
          </p:nvSpPr>
          <p:spPr>
            <a:xfrm>
              <a:off x="609600" y="1502941"/>
              <a:ext cx="230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</a:t>
              </a:r>
              <a:endParaRPr lang="en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512C3E2-F6E2-0208-2446-A3772DE1299C}"/>
              </a:ext>
            </a:extLst>
          </p:cNvPr>
          <p:cNvGrpSpPr/>
          <p:nvPr/>
        </p:nvGrpSpPr>
        <p:grpSpPr>
          <a:xfrm>
            <a:off x="2552360" y="4329769"/>
            <a:ext cx="230909" cy="369332"/>
            <a:chOff x="609601" y="1502941"/>
            <a:chExt cx="230909" cy="369332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2566C05-5C64-C19B-2EEE-1A7EA74A93AD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AEE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65E0302-B20E-0EE9-B183-9EB6BB714284}"/>
                </a:ext>
              </a:extLst>
            </p:cNvPr>
            <p:cNvSpPr txBox="1"/>
            <p:nvPr/>
          </p:nvSpPr>
          <p:spPr>
            <a:xfrm>
              <a:off x="609601" y="1502941"/>
              <a:ext cx="230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</a:t>
              </a:r>
              <a:endParaRPr lang="en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3C4073F-88B1-92A5-040F-D7A4E76362C0}"/>
              </a:ext>
            </a:extLst>
          </p:cNvPr>
          <p:cNvGrpSpPr/>
          <p:nvPr/>
        </p:nvGrpSpPr>
        <p:grpSpPr>
          <a:xfrm>
            <a:off x="3584655" y="4329768"/>
            <a:ext cx="484425" cy="369332"/>
            <a:chOff x="588480" y="1518285"/>
            <a:chExt cx="484425" cy="36933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96EC975-F253-664C-A318-7A18AA0300F4}"/>
                </a:ext>
              </a:extLst>
            </p:cNvPr>
            <p:cNvSpPr/>
            <p:nvPr/>
          </p:nvSpPr>
          <p:spPr>
            <a:xfrm>
              <a:off x="609601" y="1518285"/>
              <a:ext cx="379238" cy="277091"/>
            </a:xfrm>
            <a:prstGeom prst="rect">
              <a:avLst/>
            </a:prstGeom>
            <a:solidFill>
              <a:srgbClr val="ACC3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3A00834-5050-A128-20C1-34E3C5CAC4A5}"/>
                </a:ext>
              </a:extLst>
            </p:cNvPr>
            <p:cNvSpPr txBox="1"/>
            <p:nvPr/>
          </p:nvSpPr>
          <p:spPr>
            <a:xfrm>
              <a:off x="588480" y="1518285"/>
              <a:ext cx="484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23</a:t>
              </a:r>
              <a:endParaRPr lang="en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5CD0791-06DD-4B82-B9A4-2D857340B06D}"/>
              </a:ext>
            </a:extLst>
          </p:cNvPr>
          <p:cNvGrpSpPr/>
          <p:nvPr/>
        </p:nvGrpSpPr>
        <p:grpSpPr>
          <a:xfrm>
            <a:off x="5364833" y="4329767"/>
            <a:ext cx="230909" cy="369332"/>
            <a:chOff x="609601" y="1502941"/>
            <a:chExt cx="230909" cy="369332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2434E2E-BAD4-68F0-3611-E5E80691C240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AEE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E748289-E347-86A1-5622-0634542E38DC}"/>
                </a:ext>
              </a:extLst>
            </p:cNvPr>
            <p:cNvSpPr txBox="1"/>
            <p:nvPr/>
          </p:nvSpPr>
          <p:spPr>
            <a:xfrm>
              <a:off x="609601" y="1502941"/>
              <a:ext cx="230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</a:t>
              </a:r>
              <a:endParaRPr lang="en-CN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5BA18E44-3C51-289C-F171-3BC3E13A09CD}"/>
              </a:ext>
            </a:extLst>
          </p:cNvPr>
          <p:cNvSpPr txBox="1"/>
          <p:nvPr/>
        </p:nvSpPr>
        <p:spPr>
          <a:xfrm>
            <a:off x="-233701" y="120292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IRIS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9D1570-415A-8CE9-D92C-94247C82B02C}"/>
              </a:ext>
            </a:extLst>
          </p:cNvPr>
          <p:cNvSpPr txBox="1"/>
          <p:nvPr/>
        </p:nvSpPr>
        <p:spPr>
          <a:xfrm>
            <a:off x="2762828" y="120292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CodeQL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EED186-E283-E9BA-DFFE-DD81C77A01DE}"/>
              </a:ext>
            </a:extLst>
          </p:cNvPr>
          <p:cNvSpPr txBox="1"/>
          <p:nvPr/>
        </p:nvSpPr>
        <p:spPr>
          <a:xfrm>
            <a:off x="148460" y="2540721"/>
            <a:ext cx="11591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Semgrep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6747247-39B6-4DCE-E020-A6B34F0580CA}"/>
              </a:ext>
            </a:extLst>
          </p:cNvPr>
          <p:cNvSpPr txBox="1"/>
          <p:nvPr/>
        </p:nvSpPr>
        <p:spPr>
          <a:xfrm>
            <a:off x="3194213" y="2313556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IRIS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8C15DF8-F0DA-5A99-9F71-9E2BA9D2402D}"/>
              </a:ext>
            </a:extLst>
          </p:cNvPr>
          <p:cNvSpPr txBox="1"/>
          <p:nvPr/>
        </p:nvSpPr>
        <p:spPr>
          <a:xfrm>
            <a:off x="5070762" y="2319416"/>
            <a:ext cx="11591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Semgrep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77140A-8242-B615-52E6-47E0B4661697}"/>
              </a:ext>
            </a:extLst>
          </p:cNvPr>
          <p:cNvSpPr txBox="1"/>
          <p:nvPr/>
        </p:nvSpPr>
        <p:spPr>
          <a:xfrm>
            <a:off x="468606" y="5285949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IRIS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AE2568E-0953-CCDD-B7D0-F65540F75032}"/>
              </a:ext>
            </a:extLst>
          </p:cNvPr>
          <p:cNvSpPr txBox="1"/>
          <p:nvPr/>
        </p:nvSpPr>
        <p:spPr>
          <a:xfrm>
            <a:off x="2127671" y="5285949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CodeQL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6CB8629-AD8C-90C4-1D79-F2566030DA83}"/>
              </a:ext>
            </a:extLst>
          </p:cNvPr>
          <p:cNvSpPr txBox="1"/>
          <p:nvPr/>
        </p:nvSpPr>
        <p:spPr>
          <a:xfrm>
            <a:off x="3099706" y="5278928"/>
            <a:ext cx="1374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INFERROI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D81C0C4-1167-8C3E-37BD-1A97DF01245A}"/>
              </a:ext>
            </a:extLst>
          </p:cNvPr>
          <p:cNvSpPr txBox="1"/>
          <p:nvPr/>
        </p:nvSpPr>
        <p:spPr>
          <a:xfrm>
            <a:off x="5029591" y="5285949"/>
            <a:ext cx="107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CodeQL</a:t>
            </a:r>
            <a:endParaRPr lang="en-CN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002830-3036-4B09-D332-CD204AB71A5E}"/>
              </a:ext>
            </a:extLst>
          </p:cNvPr>
          <p:cNvGrpSpPr/>
          <p:nvPr/>
        </p:nvGrpSpPr>
        <p:grpSpPr>
          <a:xfrm>
            <a:off x="1654174" y="684204"/>
            <a:ext cx="230909" cy="338554"/>
            <a:chOff x="609601" y="1472164"/>
            <a:chExt cx="230909" cy="3385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6D524F-5C8C-6A9C-91BA-9A3469F682AB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81A5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76EA42-664C-F2A6-8215-AC76365CAB9F}"/>
                </a:ext>
              </a:extLst>
            </p:cNvPr>
            <p:cNvSpPr txBox="1"/>
            <p:nvPr/>
          </p:nvSpPr>
          <p:spPr>
            <a:xfrm>
              <a:off x="609601" y="1472164"/>
              <a:ext cx="2309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</a:t>
              </a:r>
              <a:endParaRPr lang="en-CN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6BB830-62D6-A2E1-3DD5-119C75A9B1C3}"/>
              </a:ext>
            </a:extLst>
          </p:cNvPr>
          <p:cNvGrpSpPr/>
          <p:nvPr/>
        </p:nvGrpSpPr>
        <p:grpSpPr>
          <a:xfrm>
            <a:off x="1307623" y="1401066"/>
            <a:ext cx="230909" cy="338554"/>
            <a:chOff x="609601" y="1470560"/>
            <a:chExt cx="230909" cy="33855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9893E5-9ED1-A157-B247-E848C4DD7B32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D2B8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0895DA-ADF0-D8CC-0684-113BA1BEB927}"/>
                </a:ext>
              </a:extLst>
            </p:cNvPr>
            <p:cNvSpPr txBox="1"/>
            <p:nvPr/>
          </p:nvSpPr>
          <p:spPr>
            <a:xfrm flipH="1">
              <a:off x="638818" y="1470560"/>
              <a:ext cx="1622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</a:t>
              </a:r>
              <a:endParaRPr lang="en-CN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6AF232-6D29-2C0B-C5B1-50DD1E4CAF67}"/>
              </a:ext>
            </a:extLst>
          </p:cNvPr>
          <p:cNvGrpSpPr/>
          <p:nvPr/>
        </p:nvGrpSpPr>
        <p:grpSpPr>
          <a:xfrm>
            <a:off x="2034434" y="1401066"/>
            <a:ext cx="230909" cy="338554"/>
            <a:chOff x="609601" y="1487553"/>
            <a:chExt cx="230909" cy="33855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343007-D173-52FD-3E08-5E55C1B46F9C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CEE4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8C9B74-4FD8-B1CA-DDC2-9B749333E03A}"/>
                </a:ext>
              </a:extLst>
            </p:cNvPr>
            <p:cNvSpPr txBox="1"/>
            <p:nvPr/>
          </p:nvSpPr>
          <p:spPr>
            <a:xfrm flipH="1">
              <a:off x="643945" y="1487553"/>
              <a:ext cx="1622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</a:t>
              </a:r>
              <a:endParaRPr lang="en-CN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E03BED-DCED-D398-EC5B-56E945B77774}"/>
              </a:ext>
            </a:extLst>
          </p:cNvPr>
          <p:cNvGrpSpPr/>
          <p:nvPr/>
        </p:nvGrpSpPr>
        <p:grpSpPr>
          <a:xfrm>
            <a:off x="1651292" y="1238325"/>
            <a:ext cx="230909" cy="338554"/>
            <a:chOff x="609601" y="1465386"/>
            <a:chExt cx="230909" cy="41111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466A3F-B9E3-8113-DF17-E6A1C89EE941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B3C0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33EADE-10E6-16CA-C91A-467EB7D9621E}"/>
                </a:ext>
              </a:extLst>
            </p:cNvPr>
            <p:cNvSpPr txBox="1"/>
            <p:nvPr/>
          </p:nvSpPr>
          <p:spPr>
            <a:xfrm flipH="1">
              <a:off x="655731" y="1465386"/>
              <a:ext cx="162219" cy="411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3</a:t>
              </a:r>
              <a:endParaRPr lang="en-CN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59FAE5-0FED-DB2B-DC16-C5F5E0C56A6D}"/>
              </a:ext>
            </a:extLst>
          </p:cNvPr>
          <p:cNvGrpSpPr/>
          <p:nvPr/>
        </p:nvGrpSpPr>
        <p:grpSpPr>
          <a:xfrm>
            <a:off x="4534779" y="1353078"/>
            <a:ext cx="230909" cy="338554"/>
            <a:chOff x="609601" y="1470560"/>
            <a:chExt cx="230909" cy="33855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6525C00-A6B8-29DD-792E-EBE3DE8411C2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D2B8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B1A209-24C9-73BE-EBB6-327E139BABBB}"/>
                </a:ext>
              </a:extLst>
            </p:cNvPr>
            <p:cNvSpPr txBox="1"/>
            <p:nvPr/>
          </p:nvSpPr>
          <p:spPr>
            <a:xfrm flipH="1">
              <a:off x="638818" y="1470560"/>
              <a:ext cx="1622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</a:t>
              </a:r>
              <a:endParaRPr lang="en-CN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21396AA-3B03-D5C6-2CC5-AA74A04750D5}"/>
              </a:ext>
            </a:extLst>
          </p:cNvPr>
          <p:cNvGrpSpPr/>
          <p:nvPr/>
        </p:nvGrpSpPr>
        <p:grpSpPr>
          <a:xfrm>
            <a:off x="1681220" y="4314379"/>
            <a:ext cx="230909" cy="338554"/>
            <a:chOff x="609601" y="1472164"/>
            <a:chExt cx="230909" cy="33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FD24A8C-DF3C-A54B-3C39-E2031E6584B5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81A5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FF44D41-7CC8-A020-557C-4302A63F7B80}"/>
                </a:ext>
              </a:extLst>
            </p:cNvPr>
            <p:cNvSpPr txBox="1"/>
            <p:nvPr/>
          </p:nvSpPr>
          <p:spPr>
            <a:xfrm>
              <a:off x="609601" y="1472164"/>
              <a:ext cx="2309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</a:t>
              </a:r>
              <a:endParaRPr lang="en-CN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AB4E424-BEE0-D7FA-D86E-024303EB3561}"/>
              </a:ext>
            </a:extLst>
          </p:cNvPr>
          <p:cNvGrpSpPr/>
          <p:nvPr/>
        </p:nvGrpSpPr>
        <p:grpSpPr>
          <a:xfrm>
            <a:off x="4473765" y="4317898"/>
            <a:ext cx="230909" cy="338554"/>
            <a:chOff x="609601" y="1487553"/>
            <a:chExt cx="230909" cy="33855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1576E1-6AB3-AA85-7974-80687ACB46DA}"/>
                </a:ext>
              </a:extLst>
            </p:cNvPr>
            <p:cNvSpPr/>
            <p:nvPr/>
          </p:nvSpPr>
          <p:spPr>
            <a:xfrm>
              <a:off x="609601" y="1518285"/>
              <a:ext cx="230909" cy="277091"/>
            </a:xfrm>
            <a:prstGeom prst="rect">
              <a:avLst/>
            </a:prstGeom>
            <a:solidFill>
              <a:srgbClr val="7CBEA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72DFEFE-C823-2ECD-7841-869E4B8C197B}"/>
                </a:ext>
              </a:extLst>
            </p:cNvPr>
            <p:cNvSpPr txBox="1"/>
            <p:nvPr/>
          </p:nvSpPr>
          <p:spPr>
            <a:xfrm>
              <a:off x="609601" y="1487553"/>
              <a:ext cx="2309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3</a:t>
              </a:r>
              <a:endParaRPr lang="en-CN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2304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51</Words>
  <Application>Microsoft Macintosh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李丰杰</dc:creator>
  <cp:lastModifiedBy>李丰杰</cp:lastModifiedBy>
  <cp:revision>10</cp:revision>
  <dcterms:created xsi:type="dcterms:W3CDTF">2025-11-21T01:36:40Z</dcterms:created>
  <dcterms:modified xsi:type="dcterms:W3CDTF">2025-12-23T06:21:09Z</dcterms:modified>
</cp:coreProperties>
</file>